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1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36855-5EFE-DB47-9460-8D5E9F14D537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294CF-5CAB-6A42-ADAA-33A926D786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216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294CF-5CAB-6A42-ADAA-33A926D786DE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7220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0A4C4-4B2B-D20B-DDDC-F79D82029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73893-4912-1F0E-BC52-D832599F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F55E1DA-AAE9-1963-6FB6-CF442A87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A1C05C4-B9F3-353E-983A-854F0BB39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05B746-577D-A8F1-232A-E5A5DA69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493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927BE-C557-9E69-7EB8-C4925F2CE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9251BB2-9925-08C4-5F64-ED7A94FEB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B33B098-1AD3-D5A2-9DBC-C6F9855B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9BB4B64-4880-291F-870D-2EE9BD44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F819657-719D-C4E3-3995-E99226C9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1034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BFDDD-5A96-8BBE-D3F5-66ABA5E3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6A2825A-42F5-F915-9295-7CA934742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4B27509-4F64-AF12-3769-03F026ABA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5211802-702E-05F9-1384-317C2EC8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22E367D-0B01-6220-6F8B-31CC1F32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737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54D48-8D07-7EC0-60AC-B152A5C4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A1828CB-420F-606E-6930-D5703F2BB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825B8C5-1BF7-64BD-63F1-AA45A2DFC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E91C4F9-C258-EE23-239F-B2E0746B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0053C5B-BF42-F7FD-A2A0-6E61A8069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654E9BA-BDDC-4152-BD85-B0FE6EAE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289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FE418-42F1-8270-82C8-2484B216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CF69D48-068C-E718-7911-6A83E3B8B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5162B0B-EA9F-A3FE-4494-9C271E0C0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44185D4-2C91-03A9-056B-C667F0F94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E85CCB8-F22C-953E-0E14-820F3A9EC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EC988523-8D59-5815-4C44-392FD494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7652243B-031C-7A7A-6EBA-012CAE3E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2737E76-0ABE-9933-D212-16441867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121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27F18-1AFD-7E34-A99D-F6D1703A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27EEAEE-D157-144F-AEDC-9AB6C34E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5B4E806-0D77-9863-CBE1-A20068A6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2FE9CF2-7A0F-C23C-B6B9-43CD9AF9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447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AAFC7AB-FF3F-F19C-F8CA-60286DC3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994E6EAB-564A-AF47-D9E1-D7ED0018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95935E1-A23F-7FA0-BDB8-4B319988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927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F9DCF-DF79-4909-355C-0972FCC4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A552F4F-BA94-2F04-152D-64ABCA040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3C56A4B-8604-A53D-95DE-7F95BFEFF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A1817A4-71A2-EE08-81BA-D0EBB1C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D16265B-56ED-12A5-DE5E-65A050163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F4ED768-AF81-C308-5D5C-07FAE6CF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40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D01AB-F0B1-BD00-42BC-4BA438AF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6CF72F2-EFF4-2F3A-5AD0-0E73E16D1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0D1D7A1-F7F9-6364-6CA5-99C55A3D6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D788EB4-8A3E-2334-9476-5059599A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8621D73-BD22-05E9-2A51-E7BAB8BE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3052EC1-C66E-915F-1575-BEED5236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359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1DCE1-D4EA-45DD-8EF7-BF916621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FA5C3FE-3EE9-F75F-E8A6-DF66D3310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0C486A-0FB5-5630-6A25-9FC3FB0E9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6CB86DC-D12C-6CC1-74AE-4DE2863B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251AB6-1C73-8E07-634D-C341EF16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70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F1D9CB-5229-9B57-8018-6FB93C7B6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5F0DC86-9A79-11A7-25E1-CC6459E62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E86FD55-00A9-2DB4-C49B-C33399D34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7A9F119-0533-1453-7E38-41ED3282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4055F79-9808-FD40-E8DC-326B4BDD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321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54A18E88-F0D9-42E3-7934-C90D0916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40AA10F-A7FD-9009-DD02-C573209DE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98CF9DE-9702-A959-9609-FC3DABB1D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11EA8-371D-1B4B-98E6-25000E2C4F6D}" type="datetimeFigureOut">
              <a:rPr lang="pt-PT" smtClean="0"/>
              <a:t>16/10/22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E4E0088-9D3A-7F1C-E5FE-C03FDCDD7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BB28DDE-5644-F2F8-A091-FDF7F274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4DDFB-812B-A742-AE1E-9403116CE89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822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A87463F-77FB-B72D-F259-7CEBC1291A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561" r="-1" b="16602"/>
          <a:stretch/>
        </p:blipFill>
        <p:spPr>
          <a:xfrm>
            <a:off x="20" y="10"/>
            <a:ext cx="4637226" cy="6857990"/>
          </a:xfrm>
          <a:prstGeom prst="rect">
            <a:avLst/>
          </a:prstGeom>
        </p:spPr>
      </p:pic>
      <p:sp>
        <p:nvSpPr>
          <p:cNvPr id="84" name="Rectangle 39">
            <a:extLst>
              <a:ext uri="{FF2B5EF4-FFF2-40B4-BE49-F238E27FC236}">
                <a16:creationId xmlns:a16="http://schemas.microsoft.com/office/drawing/2014/main" id="{B9951BD9-0868-4CDB-ACD6-9C4209B5E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637247" y="0"/>
            <a:ext cx="755475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432903-012F-2B42-BF57-277072335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7328" y="640082"/>
            <a:ext cx="6274591" cy="3351602"/>
          </a:xfrm>
        </p:spPr>
        <p:txBody>
          <a:bodyPr>
            <a:normAutofit/>
          </a:bodyPr>
          <a:lstStyle/>
          <a:p>
            <a:pPr algn="l"/>
            <a:r>
              <a:rPr lang="pt-PT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Analise da APP Incêndios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6FC2FC-5E47-6E17-0D8B-9739E4CAC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7327" y="4156276"/>
            <a:ext cx="6274592" cy="2061645"/>
          </a:xfrm>
        </p:spPr>
        <p:txBody>
          <a:bodyPr>
            <a:normAutofit/>
          </a:bodyPr>
          <a:lstStyle/>
          <a:p>
            <a:pPr algn="l"/>
            <a:r>
              <a:rPr lang="pt-PT"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Trabalho Realizado por :</a:t>
            </a:r>
          </a:p>
          <a:p>
            <a:pPr algn="l"/>
            <a:r>
              <a:rPr lang="pt-PT"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Manuel de Sousa nº </a:t>
            </a:r>
            <a:r>
              <a:rPr lang="pt-PT" sz="1500" b="0" i="0" u="none" strike="noStrike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21907715 </a:t>
            </a:r>
          </a:p>
          <a:p>
            <a:pPr algn="l"/>
            <a:r>
              <a:rPr lang="pt-PT"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Tomás Martins nº </a:t>
            </a:r>
            <a:r>
              <a:rPr lang="pt-PT" sz="1500" b="0" i="0" u="none" strike="noStrike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21907834</a:t>
            </a:r>
            <a:endParaRPr lang="pt-PT" sz="15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pt-PT"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Análise Realizada por :</a:t>
            </a:r>
          </a:p>
          <a:p>
            <a:pPr algn="l"/>
            <a:r>
              <a:rPr lang="pt-PT"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Tiago Rodrigues nº22004242</a:t>
            </a:r>
          </a:p>
          <a:p>
            <a:pPr algn="l"/>
            <a:r>
              <a:rPr lang="pt-PT"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Docente : Miguel Tavares</a:t>
            </a:r>
          </a:p>
        </p:txBody>
      </p:sp>
    </p:spTree>
    <p:extLst>
      <p:ext uri="{BB962C8B-B14F-4D97-AF65-F5344CB8AC3E}">
        <p14:creationId xmlns:p14="http://schemas.microsoft.com/office/powerpoint/2010/main" val="169479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Critica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Se existir a necessidade de colocarmos um botão tal como está apresentado o botão risco  , est</a:t>
            </a: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 deverá ser colocado na parte inferior mas não deve “perturbar” a informação dos incêndios conforme são mostradas pelas caixas laranjas. </a:t>
            </a:r>
          </a:p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Conclusivamente o botão risco não esta bem posicionado no ecrã pois oculta uma parte da palavra do estado conforme o </a:t>
            </a:r>
            <a:r>
              <a:rPr lang="pt-PT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scroll</a:t>
            </a: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do ecrã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Posição de Conteúdo 4" descr="Uma imagem com texto, captura de ecrã, eletrónica&#10;&#10;Descrição gerada automaticamente">
            <a:extLst>
              <a:ext uri="{FF2B5EF4-FFF2-40B4-BE49-F238E27FC236}">
                <a16:creationId xmlns:a16="http://schemas.microsoft.com/office/drawing/2014/main" id="{EF04C6E9-2EA8-E182-4CDF-286052145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53" y="0"/>
            <a:ext cx="3377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9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Melhoria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Como pudemos ver pela imagem foi feita a correção do posicionamento do botão risco de modo a não incomodar as informações em relação aos fogos presentes. </a:t>
            </a:r>
          </a:p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 botão risco ficando assim n</a:t>
            </a:r>
            <a:r>
              <a:rPr lang="pt-PT" sz="20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 parte inferior  central do </a:t>
            </a:r>
            <a:r>
              <a:rPr lang="pt-PT" sz="200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ecra</a:t>
            </a:r>
            <a:r>
              <a:rPr lang="pt-PT" sz="20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̃ </a:t>
            </a:r>
          </a:p>
          <a:p>
            <a:pPr marL="0" indent="0">
              <a:buNone/>
            </a:pPr>
            <a:endParaRPr lang="pt-PT" sz="18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392E90-FD0B-82B8-BE40-1393C0480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942" y="0"/>
            <a:ext cx="3241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02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Critica 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Esta situação demonstra caso o smartphone atinja 10% de bateria ( sinal de bateria fraca) o </a:t>
            </a:r>
            <a:r>
              <a:rPr lang="pt-PT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botao</a:t>
            </a: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risco é muda para cor cinzenta sendo anteriormente vermelha.</a:t>
            </a:r>
          </a:p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Para colocar de novo o botão de risco de ”volta” a sua cor original tem de ir as definições da app e retorna-la para vermelho deslizando numa opção na qual não deveria ser preciso , dando assim trabalho aos utilizadores , ou seja , deveria ser automático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 descr="Uma imagem com texto, captura de ecrã, eletrónica&#10;&#10;Descrição gerada automaticamente">
            <a:extLst>
              <a:ext uri="{FF2B5EF4-FFF2-40B4-BE49-F238E27FC236}">
                <a16:creationId xmlns:a16="http://schemas.microsoft.com/office/drawing/2014/main" id="{A01A0386-3313-AC18-06AD-A9455858A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431" y="0"/>
            <a:ext cx="335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63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Melhoria 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Como pudemos ver pela imagem foi apagado o botão risco e adicionado um novo ícone “incendio” que se pode obter a mesma informação que o botão risco continha e que muda automaticamente a sua cor consoante a bateria do smartphone</a:t>
            </a:r>
          </a:p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Acho que esta melhoria se torna muito significativa para o projeto em sim pois retira uma opção das definições insignificante dado a aplicação em si e melhora o código presente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08F47C-F7B1-20E5-A4C4-B2F81E9FB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005" y="536713"/>
            <a:ext cx="2789182" cy="5784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5E37F2D-1788-A444-2E26-E95AC7B08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658" y="403533"/>
            <a:ext cx="2879796" cy="605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02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Critica 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 filtro de procura da lista incêndios  está tudo junto , ou seja , um utilizador não tem a capacidade de selecionar um distrito a sua escolha e ao mesmo tempo um certo raio de </a:t>
            </a:r>
            <a:r>
              <a:rPr lang="pt-PT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kms</a:t>
            </a: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Como também não é possível ordenar por distancia e selecionar o distrito pretendido.</a:t>
            </a:r>
          </a:p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Recomendaria separar esse mesmo filtro em três de forma poder conjugar as informações pretendidas pelo utilizador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236054E5-94E5-875F-4782-5DED40D6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356" y="0"/>
            <a:ext cx="4650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1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Melhoria 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Podemos observar na imagem ao lado que ao separar os respetivos campos de filtro em relação a lista de incêndios é possível relacionar 3 tipos de dados diferentes e obter os dados pretendidos aonde anteriormente não seria possível pois o utilizador apenas podia escolher um campo.</a:t>
            </a:r>
          </a:p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Por exemplo podemos procurar no distrito de lisboa num raio de 20km e ordenar por data mais recente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Uma imagem com texto, captura de ecrã, eletrónica&#10;&#10;Descrição gerada automaticamente">
            <a:extLst>
              <a:ext uri="{FF2B5EF4-FFF2-40B4-BE49-F238E27FC236}">
                <a16:creationId xmlns:a16="http://schemas.microsoft.com/office/drawing/2014/main" id="{CD0106E8-47F6-C124-90F4-DF308D2E1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693" y="149621"/>
            <a:ext cx="3273202" cy="655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6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Critica 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formulário de reportar fogo não existe um campo para dar upload de uma imagem enquanto na consulta de fogos é disponibilizado um campo onde se pode ver uma fotografia tal como na segunda imagem do lado direito.</a:t>
            </a:r>
          </a:p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Pode haver situações que não implica upload de imagem tal como </a:t>
            </a:r>
            <a:r>
              <a:rPr lang="pt-PT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reportaJa</a:t>
            </a: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mas seria necessário na consulta desse mesmo incendio , ocultar a parte da fotografia</a:t>
            </a:r>
          </a:p>
          <a:p>
            <a:pPr marL="0" indent="0">
              <a:buNone/>
            </a:pPr>
            <a:endParaRPr lang="pt-PT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pt-PT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pt-PT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pt-PT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F6747F0B-8B9F-5869-0309-AC1894952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483" y="1319512"/>
            <a:ext cx="2975705" cy="43881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84FE5A7-CD56-E632-1B4A-BEB92C71E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210" y="1364780"/>
            <a:ext cx="2842768" cy="419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47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Melhoria 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Proponho alterar o formulário do reportar fogo adicionado um novo campo chamado fotografia com a possibilidade de realizar um upload de uma imagem. Essa mesma imagem mais tarde aparecera na consulta do respetivo incendio associado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E3242F-C89A-23AC-1CB5-2746028A2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785" y="598817"/>
            <a:ext cx="3929076" cy="580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29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Aspeto Positivo 1</a:t>
            </a:r>
          </a:p>
        </p:txBody>
      </p:sp>
      <p:pic>
        <p:nvPicPr>
          <p:cNvPr id="5" name="Imagem 4" descr="Uma imagem com texto, eletrónica, captura de ecrã, apresentação&#10;&#10;Descrição gerada automaticamente">
            <a:extLst>
              <a:ext uri="{FF2B5EF4-FFF2-40B4-BE49-F238E27FC236}">
                <a16:creationId xmlns:a16="http://schemas.microsoft.com/office/drawing/2014/main" id="{1EC0E2B9-5C0A-AD48-625F-D12CEDB4B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546" y="0"/>
            <a:ext cx="4097655" cy="6858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presente figura demonstra que o ícone dos toques  dos utilizadores perante um menu </a:t>
            </a:r>
            <a:r>
              <a:rPr lang="pt-PT"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drawer</a:t>
            </a: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é  bastante funcional como também a existência de sombra ao arrastar para o menu lateral.</a:t>
            </a:r>
          </a:p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Não esquecer que cumpre a principal característica de surgir pela esquerda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Aspeto Positivo 2</a:t>
            </a:r>
          </a:p>
        </p:txBody>
      </p:sp>
      <p:pic>
        <p:nvPicPr>
          <p:cNvPr id="5" name="Imagem 4" descr="Uma imagem com mapa&#10;&#10;Descrição gerada automaticamente">
            <a:extLst>
              <a:ext uri="{FF2B5EF4-FFF2-40B4-BE49-F238E27FC236}">
                <a16:creationId xmlns:a16="http://schemas.microsoft.com/office/drawing/2014/main" id="{FEAAA12C-509D-3178-2766-FA82C9F7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546" y="0"/>
            <a:ext cx="4097655" cy="68580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presente figura demonstra que há um bom contraste de cores tornado o mapa mais legível perante os incêndios existentes. Como também  existe um rácio entre a cor de fundo e o texto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C2EF26-03B4-5BAC-5120-36E6EBB0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anchor="b">
            <a:normAutofit/>
          </a:bodyPr>
          <a:lstStyle/>
          <a:p>
            <a:r>
              <a:rPr lang="pt-PT" sz="3800" dirty="0">
                <a:solidFill>
                  <a:schemeClr val="bg1"/>
                </a:solidFill>
              </a:rPr>
              <a:t>Aspeto Positivo 3</a:t>
            </a:r>
          </a:p>
        </p:txBody>
      </p:sp>
      <p:pic>
        <p:nvPicPr>
          <p:cNvPr id="4" name="Imagem 3" descr="Uma imagem com texto, eletrónica, captura de ecrã&#10;&#10;Descrição gerada automaticamente">
            <a:extLst>
              <a:ext uri="{FF2B5EF4-FFF2-40B4-BE49-F238E27FC236}">
                <a16:creationId xmlns:a16="http://schemas.microsoft.com/office/drawing/2014/main" id="{40207F18-5B48-0A59-09F6-5FB05D1A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546" y="0"/>
            <a:ext cx="4097655" cy="6858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4151BF7-3253-2054-2E53-86AA2FCC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presente figura demonstra que há os campos foram bem representados ( todos tem um </a:t>
            </a:r>
            <a:r>
              <a:rPr lang="pt-PT"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label</a:t>
            </a:r>
            <a:r>
              <a:rPr lang="pt-PT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) aonde cumprem o próprio significado por exemplo o numero CC esta limitado a um certo numero de dígitos onde apenas permite números ao preencher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727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F53627-4939-32B7-651B-6B5C48492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pt-PT" sz="8000">
                <a:solidFill>
                  <a:schemeClr val="bg1"/>
                </a:solidFill>
              </a:rPr>
              <a:t>FIM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214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656</Words>
  <Application>Microsoft Macintosh PowerPoint</Application>
  <PresentationFormat>Ecrã Panorâmico</PresentationFormat>
  <Paragraphs>41</Paragraphs>
  <Slides>13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Lato</vt:lpstr>
      <vt:lpstr>Roboto</vt:lpstr>
      <vt:lpstr>Tema do Office</vt:lpstr>
      <vt:lpstr>Analise da APP Incêndios</vt:lpstr>
      <vt:lpstr>Critica 1</vt:lpstr>
      <vt:lpstr>Melhoria 1</vt:lpstr>
      <vt:lpstr>Critica 2</vt:lpstr>
      <vt:lpstr>Melhoria 2</vt:lpstr>
      <vt:lpstr>Critica 3</vt:lpstr>
      <vt:lpstr>Melhoria 3</vt:lpstr>
      <vt:lpstr>Critica 4</vt:lpstr>
      <vt:lpstr>Melhoria 4</vt:lpstr>
      <vt:lpstr>Aspeto Positivo 1</vt:lpstr>
      <vt:lpstr>Aspeto Positivo 2</vt:lpstr>
      <vt:lpstr>Aspeto Positivo 3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Analise da APP Incêndios</dc:title>
  <dc:creator>Tiago Rodrigues</dc:creator>
  <cp:lastModifiedBy>Tiago Rodrigues</cp:lastModifiedBy>
  <cp:revision>3</cp:revision>
  <dcterms:created xsi:type="dcterms:W3CDTF">2022-10-16T14:29:46Z</dcterms:created>
  <dcterms:modified xsi:type="dcterms:W3CDTF">2022-10-16T20:58:45Z</dcterms:modified>
</cp:coreProperties>
</file>